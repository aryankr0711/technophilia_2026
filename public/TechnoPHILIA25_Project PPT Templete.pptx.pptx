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392Wq0QZ7ffwDLzsHgJdrETu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regular.fntdata"/><Relationship Id="rId11" Type="http://schemas.openxmlformats.org/officeDocument/2006/relationships/slide" Target="slides/slide6.xml"/><Relationship Id="rId22" Type="http://schemas.openxmlformats.org/officeDocument/2006/relationships/font" Target="fonts/PoppinsMedium-italic.fntdata"/><Relationship Id="rId10" Type="http://schemas.openxmlformats.org/officeDocument/2006/relationships/slide" Target="slides/slide5.xml"/><Relationship Id="rId21" Type="http://schemas.openxmlformats.org/officeDocument/2006/relationships/font" Target="fonts/PoppinsMedium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oppi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5" name="Google Shape;125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8" name="Google Shape;218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9" name="Google Shape;219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4" name="Google Shape;23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7" name="Google Shape;23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9" name="Google Shape;249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5" name="Google Shape;275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6" name="Google Shape;276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7" name="Google Shape;28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8" name="Google Shape;288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9" name="Google Shape;29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0" name="Google Shape;30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3" name="Google Shape;30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5.png"/><Relationship Id="rId13" Type="http://schemas.openxmlformats.org/officeDocument/2006/relationships/image" Target="../media/image8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sp>
        <p:nvSpPr>
          <p:cNvPr id="96" name="Google Shape;96;p1"/>
          <p:cNvSpPr/>
          <p:nvPr/>
        </p:nvSpPr>
        <p:spPr>
          <a:xfrm>
            <a:off x="572994" y="3369203"/>
            <a:ext cx="4729008" cy="4729008"/>
          </a:xfrm>
          <a:custGeom>
            <a:rect b="b" l="l" r="r" t="t"/>
            <a:pathLst>
              <a:path extrusionOk="0" h="4729008" w="4729008">
                <a:moveTo>
                  <a:pt x="0" y="0"/>
                </a:moveTo>
                <a:lnTo>
                  <a:pt x="4729008" y="0"/>
                </a:lnTo>
                <a:lnTo>
                  <a:pt x="4729008" y="4729008"/>
                </a:lnTo>
                <a:lnTo>
                  <a:pt x="0" y="4729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779985" y="3576194"/>
            <a:ext cx="4315016" cy="4315016"/>
          </a:xfrm>
          <a:custGeom>
            <a:rect b="b" l="l" r="r" t="t"/>
            <a:pathLst>
              <a:path extrusionOk="0" h="5753354" w="5753354">
                <a:moveTo>
                  <a:pt x="0" y="0"/>
                </a:moveTo>
                <a:lnTo>
                  <a:pt x="5753354" y="0"/>
                </a:lnTo>
                <a:lnTo>
                  <a:pt x="5753354" y="5753354"/>
                </a:lnTo>
                <a:lnTo>
                  <a:pt x="0" y="5753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03827" y="170135"/>
            <a:ext cx="6687408" cy="1509427"/>
          </a:xfrm>
          <a:custGeom>
            <a:rect b="b" l="l" r="r" t="t"/>
            <a:pathLst>
              <a:path extrusionOk="0" h="2012569" w="8916543">
                <a:moveTo>
                  <a:pt x="0" y="0"/>
                </a:moveTo>
                <a:lnTo>
                  <a:pt x="8916543" y="0"/>
                </a:lnTo>
                <a:lnTo>
                  <a:pt x="8916543" y="2012569"/>
                </a:lnTo>
                <a:lnTo>
                  <a:pt x="0" y="20125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-41775" y="128635"/>
            <a:ext cx="6687408" cy="1560195"/>
          </a:xfrm>
          <a:custGeom>
            <a:rect b="b" l="l" r="r" t="t"/>
            <a:pathLst>
              <a:path extrusionOk="0" h="2080260" w="8916543">
                <a:moveTo>
                  <a:pt x="0" y="0"/>
                </a:moveTo>
                <a:lnTo>
                  <a:pt x="8916543" y="0"/>
                </a:lnTo>
                <a:lnTo>
                  <a:pt x="8916543" y="2080260"/>
                </a:lnTo>
                <a:lnTo>
                  <a:pt x="0" y="20802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" l="0" r="0" t="-13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901247" y="3633424"/>
            <a:ext cx="4200525" cy="4200525"/>
          </a:xfrm>
          <a:custGeom>
            <a:rect b="b" l="l" r="r" t="t"/>
            <a:pathLst>
              <a:path extrusionOk="0" h="5600700" w="5600700">
                <a:moveTo>
                  <a:pt x="0" y="0"/>
                </a:moveTo>
                <a:lnTo>
                  <a:pt x="5600700" y="0"/>
                </a:lnTo>
                <a:lnTo>
                  <a:pt x="5600700" y="5600700"/>
                </a:lnTo>
                <a:lnTo>
                  <a:pt x="0" y="5600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941298" y="3814675"/>
            <a:ext cx="4027477" cy="3838063"/>
          </a:xfrm>
          <a:custGeom>
            <a:rect b="b" l="l" r="r" t="t"/>
            <a:pathLst>
              <a:path extrusionOk="0" h="3838063" w="4027477">
                <a:moveTo>
                  <a:pt x="0" y="0"/>
                </a:moveTo>
                <a:lnTo>
                  <a:pt x="4027477" y="0"/>
                </a:lnTo>
                <a:lnTo>
                  <a:pt x="4027477" y="3838063"/>
                </a:lnTo>
                <a:lnTo>
                  <a:pt x="0" y="383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151705" y="3932260"/>
            <a:ext cx="3571590" cy="3571590"/>
          </a:xfrm>
          <a:custGeom>
            <a:rect b="b" l="l" r="r" t="t"/>
            <a:pathLst>
              <a:path extrusionOk="0" h="4762119" w="4762119">
                <a:moveTo>
                  <a:pt x="4762119" y="2381123"/>
                </a:moveTo>
                <a:cubicBezTo>
                  <a:pt x="4762119" y="3696081"/>
                  <a:pt x="3696081" y="4762119"/>
                  <a:pt x="2381123" y="4762119"/>
                </a:cubicBezTo>
                <a:cubicBezTo>
                  <a:pt x="1066165" y="4762119"/>
                  <a:pt x="0" y="3696081"/>
                  <a:pt x="0" y="2381123"/>
                </a:cubicBezTo>
                <a:cubicBezTo>
                  <a:pt x="0" y="1066165"/>
                  <a:pt x="1066038" y="0"/>
                  <a:pt x="2380996" y="0"/>
                </a:cubicBezTo>
                <a:cubicBezTo>
                  <a:pt x="3695954" y="0"/>
                  <a:pt x="4762119" y="1066038"/>
                  <a:pt x="4762119" y="2381123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 rot="10800000">
            <a:off x="2937482" y="2670887"/>
            <a:ext cx="3047143" cy="6094286"/>
          </a:xfrm>
          <a:custGeom>
            <a:rect b="b" l="l" r="r" t="t"/>
            <a:pathLst>
              <a:path extrusionOk="0" h="8125714" w="4062857">
                <a:moveTo>
                  <a:pt x="0" y="0"/>
                </a:moveTo>
                <a:lnTo>
                  <a:pt x="4062857" y="0"/>
                </a:lnTo>
                <a:lnTo>
                  <a:pt x="4062857" y="8125714"/>
                </a:lnTo>
                <a:lnTo>
                  <a:pt x="0" y="8125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"/>
          <p:cNvSpPr/>
          <p:nvPr/>
        </p:nvSpPr>
        <p:spPr>
          <a:xfrm rot="-5400000">
            <a:off x="-1363144" y="5198074"/>
            <a:ext cx="3540252" cy="1039940"/>
          </a:xfrm>
          <a:custGeom>
            <a:rect b="b" l="l" r="r" t="t"/>
            <a:pathLst>
              <a:path extrusionOk="0" h="1386586" w="4720336">
                <a:moveTo>
                  <a:pt x="0" y="0"/>
                </a:moveTo>
                <a:lnTo>
                  <a:pt x="4720336" y="0"/>
                </a:lnTo>
                <a:lnTo>
                  <a:pt x="4720336" y="1386586"/>
                </a:lnTo>
                <a:lnTo>
                  <a:pt x="0" y="1386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62" l="0" r="0" t="-6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791446" y="3782408"/>
            <a:ext cx="299704" cy="299704"/>
          </a:xfrm>
          <a:custGeom>
            <a:rect b="b" l="l" r="r" t="t"/>
            <a:pathLst>
              <a:path extrusionOk="0" h="299704" w="299704">
                <a:moveTo>
                  <a:pt x="0" y="0"/>
                </a:moveTo>
                <a:lnTo>
                  <a:pt x="299704" y="0"/>
                </a:lnTo>
                <a:lnTo>
                  <a:pt x="299704" y="299704"/>
                </a:lnTo>
                <a:lnTo>
                  <a:pt x="0" y="299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1246065" y="7456654"/>
            <a:ext cx="432044" cy="432044"/>
          </a:xfrm>
          <a:custGeom>
            <a:rect b="b" l="l" r="r" t="t"/>
            <a:pathLst>
              <a:path extrusionOk="0" h="432044" w="432044">
                <a:moveTo>
                  <a:pt x="0" y="0"/>
                </a:moveTo>
                <a:lnTo>
                  <a:pt x="432044" y="0"/>
                </a:lnTo>
                <a:lnTo>
                  <a:pt x="432044" y="432044"/>
                </a:lnTo>
                <a:lnTo>
                  <a:pt x="0" y="432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"/>
          <p:cNvSpPr/>
          <p:nvPr/>
        </p:nvSpPr>
        <p:spPr>
          <a:xfrm>
            <a:off x="10148493" y="6388072"/>
            <a:ext cx="8139494" cy="1115759"/>
          </a:xfrm>
          <a:custGeom>
            <a:rect b="b" l="l" r="r" t="t"/>
            <a:pathLst>
              <a:path extrusionOk="0" h="1487678" w="10852658">
                <a:moveTo>
                  <a:pt x="0" y="0"/>
                </a:moveTo>
                <a:lnTo>
                  <a:pt x="10852658" y="0"/>
                </a:lnTo>
                <a:lnTo>
                  <a:pt x="10852658" y="1487678"/>
                </a:lnTo>
                <a:lnTo>
                  <a:pt x="0" y="14876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-11227" r="-11227" t="0"/>
            </a:stretch>
          </a:blipFill>
          <a:ln>
            <a:noFill/>
          </a:ln>
        </p:spPr>
      </p:sp>
      <p:sp>
        <p:nvSpPr>
          <p:cNvPr id="108" name="Google Shape;108;p1"/>
          <p:cNvSpPr/>
          <p:nvPr/>
        </p:nvSpPr>
        <p:spPr>
          <a:xfrm>
            <a:off x="7517484" y="252561"/>
            <a:ext cx="4447413" cy="1289209"/>
          </a:xfrm>
          <a:custGeom>
            <a:rect b="b" l="l" r="r" t="t"/>
            <a:pathLst>
              <a:path extrusionOk="0" h="1718945" w="5929884">
                <a:moveTo>
                  <a:pt x="0" y="0"/>
                </a:moveTo>
                <a:lnTo>
                  <a:pt x="5929884" y="0"/>
                </a:lnTo>
                <a:lnTo>
                  <a:pt x="5929884" y="1718945"/>
                </a:lnTo>
                <a:lnTo>
                  <a:pt x="0" y="1718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-150" l="0" r="0" t="-153"/>
            </a:stretch>
          </a:blipFill>
          <a:ln>
            <a:noFill/>
          </a:ln>
        </p:spPr>
      </p:sp>
      <p:sp>
        <p:nvSpPr>
          <p:cNvPr id="109" name="Google Shape;109;p1"/>
          <p:cNvSpPr/>
          <p:nvPr/>
        </p:nvSpPr>
        <p:spPr>
          <a:xfrm>
            <a:off x="12767476" y="0"/>
            <a:ext cx="4659916" cy="1741646"/>
          </a:xfrm>
          <a:custGeom>
            <a:rect b="b" l="l" r="r" t="t"/>
            <a:pathLst>
              <a:path extrusionOk="0" h="2322195" w="6213221">
                <a:moveTo>
                  <a:pt x="0" y="0"/>
                </a:moveTo>
                <a:lnTo>
                  <a:pt x="6213221" y="0"/>
                </a:lnTo>
                <a:lnTo>
                  <a:pt x="6213221" y="2322195"/>
                </a:lnTo>
                <a:lnTo>
                  <a:pt x="0" y="2322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1" l="0" r="0" t="-2"/>
            </a:stretch>
          </a:blipFill>
          <a:ln>
            <a:noFill/>
          </a:ln>
        </p:spPr>
      </p:sp>
      <p:grpSp>
        <p:nvGrpSpPr>
          <p:cNvPr id="110" name="Google Shape;110;p1"/>
          <p:cNvGrpSpPr/>
          <p:nvPr/>
        </p:nvGrpSpPr>
        <p:grpSpPr>
          <a:xfrm>
            <a:off x="9025434" y="4770373"/>
            <a:ext cx="9144000" cy="1462125"/>
            <a:chOff x="0" y="-266700"/>
            <a:chExt cx="12192000" cy="19495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2192000" cy="1682800"/>
            </a:xfrm>
            <a:custGeom>
              <a:rect b="b" l="l" r="r" t="t"/>
              <a:pathLst>
                <a:path extrusionOk="0" h="1682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682800"/>
                  </a:lnTo>
                  <a:lnTo>
                    <a:pt x="0" y="168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2" name="Google Shape;112;p1"/>
            <p:cNvSpPr txBox="1"/>
            <p:nvPr/>
          </p:nvSpPr>
          <p:spPr>
            <a:xfrm>
              <a:off x="0" y="-266700"/>
              <a:ext cx="12192000" cy="19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3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199" u="none" cap="none" strike="noStrike">
                  <a:solidFill>
                    <a:srgbClr val="205867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11725354" y="6523776"/>
            <a:ext cx="5989800" cy="753169"/>
            <a:chOff x="0" y="-123825"/>
            <a:chExt cx="7986400" cy="1004225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7986400" cy="880400"/>
            </a:xfrm>
            <a:custGeom>
              <a:rect b="b" l="l" r="r" t="t"/>
              <a:pathLst>
                <a:path extrusionOk="0" h="880400" w="7986400">
                  <a:moveTo>
                    <a:pt x="0" y="0"/>
                  </a:moveTo>
                  <a:lnTo>
                    <a:pt x="7986400" y="0"/>
                  </a:lnTo>
                  <a:lnTo>
                    <a:pt x="7986400" y="880400"/>
                  </a:lnTo>
                  <a:lnTo>
                    <a:pt x="0" y="88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5" name="Google Shape;115;p1"/>
            <p:cNvSpPr txBox="1"/>
            <p:nvPr/>
          </p:nvSpPr>
          <p:spPr>
            <a:xfrm>
              <a:off x="0" y="-123825"/>
              <a:ext cx="7986400" cy="1004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3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8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  <a:r>
                <a:rPr lang="en-US" sz="42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  <a:r>
                <a:rPr b="0" i="0" lang="en-US" sz="428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APRIL 2025</a:t>
              </a:r>
              <a:endParaRPr/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9262566" y="3762325"/>
            <a:ext cx="9025500" cy="1258025"/>
            <a:chOff x="0" y="-270967"/>
            <a:chExt cx="12034000" cy="1677367"/>
          </a:xfrm>
        </p:grpSpPr>
        <p:sp>
          <p:nvSpPr>
            <p:cNvPr id="117" name="Google Shape;117;p1"/>
            <p:cNvSpPr/>
            <p:nvPr/>
          </p:nvSpPr>
          <p:spPr>
            <a:xfrm>
              <a:off x="0" y="0"/>
              <a:ext cx="12034000" cy="1406400"/>
            </a:xfrm>
            <a:custGeom>
              <a:rect b="b" l="l" r="r" t="t"/>
              <a:pathLst>
                <a:path extrusionOk="0" h="1406400" w="12034000">
                  <a:moveTo>
                    <a:pt x="0" y="0"/>
                  </a:moveTo>
                  <a:lnTo>
                    <a:pt x="12034000" y="0"/>
                  </a:lnTo>
                  <a:lnTo>
                    <a:pt x="12034000" y="1406400"/>
                  </a:lnTo>
                  <a:lnTo>
                    <a:pt x="0" y="1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8" name="Google Shape;118;p1"/>
            <p:cNvSpPr txBox="1"/>
            <p:nvPr/>
          </p:nvSpPr>
          <p:spPr>
            <a:xfrm>
              <a:off x="62" y="-270967"/>
              <a:ext cx="12033900" cy="10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6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2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8th National Level Technical Event- Project competition and Poster Presentation</a:t>
              </a:r>
              <a:endParaRPr/>
            </a:p>
          </p:txBody>
        </p:sp>
      </p:grpSp>
      <p:grpSp>
        <p:nvGrpSpPr>
          <p:cNvPr id="119" name="Google Shape;119;p1"/>
          <p:cNvGrpSpPr/>
          <p:nvPr/>
        </p:nvGrpSpPr>
        <p:grpSpPr>
          <a:xfrm>
            <a:off x="13220514" y="2761105"/>
            <a:ext cx="1995437" cy="989826"/>
            <a:chOff x="0" y="-47625"/>
            <a:chExt cx="2660583" cy="1319768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2660583" cy="1272143"/>
            </a:xfrm>
            <a:custGeom>
              <a:rect b="b" l="l" r="r" t="t"/>
              <a:pathLst>
                <a:path extrusionOk="0" h="1272143" w="2660583">
                  <a:moveTo>
                    <a:pt x="0" y="0"/>
                  </a:moveTo>
                  <a:lnTo>
                    <a:pt x="2660583" y="0"/>
                  </a:lnTo>
                  <a:lnTo>
                    <a:pt x="2660583" y="1272143"/>
                  </a:lnTo>
                  <a:lnTo>
                    <a:pt x="0" y="12721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2660583" cy="1319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SPARK CLUB</a:t>
              </a:r>
              <a:endParaRPr/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Presents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131" name="Google Shape;131;p2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sp>
        <p:nvSpPr>
          <p:cNvPr id="134" name="Google Shape;134;p2"/>
          <p:cNvSpPr/>
          <p:nvPr/>
        </p:nvSpPr>
        <p:spPr>
          <a:xfrm>
            <a:off x="-3393883" y="1746186"/>
            <a:ext cx="6787775" cy="6787775"/>
          </a:xfrm>
          <a:custGeom>
            <a:rect b="b" l="l" r="r" t="t"/>
            <a:pathLst>
              <a:path extrusionOk="0" h="6787775" w="6787775">
                <a:moveTo>
                  <a:pt x="0" y="0"/>
                </a:moveTo>
                <a:lnTo>
                  <a:pt x="6787775" y="0"/>
                </a:lnTo>
                <a:lnTo>
                  <a:pt x="6787775" y="6787775"/>
                </a:lnTo>
                <a:lnTo>
                  <a:pt x="0" y="6787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-1290787" y="798303"/>
            <a:ext cx="2581571" cy="2581571"/>
          </a:xfrm>
          <a:custGeom>
            <a:rect b="b" l="l" r="r" t="t"/>
            <a:pathLst>
              <a:path extrusionOk="0" h="2581571" w="2581571">
                <a:moveTo>
                  <a:pt x="0" y="0"/>
                </a:moveTo>
                <a:lnTo>
                  <a:pt x="2581571" y="0"/>
                </a:lnTo>
                <a:lnTo>
                  <a:pt x="2581571" y="2581571"/>
                </a:lnTo>
                <a:lnTo>
                  <a:pt x="0" y="2581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1874885" y="6360355"/>
            <a:ext cx="1388011" cy="1388011"/>
          </a:xfrm>
          <a:custGeom>
            <a:rect b="b" l="l" r="r" t="t"/>
            <a:pathLst>
              <a:path extrusionOk="0" h="1388011" w="1388011">
                <a:moveTo>
                  <a:pt x="0" y="0"/>
                </a:moveTo>
                <a:lnTo>
                  <a:pt x="1388011" y="0"/>
                </a:lnTo>
                <a:lnTo>
                  <a:pt x="1388011" y="1388011"/>
                </a:lnTo>
                <a:lnTo>
                  <a:pt x="0" y="1388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7" name="Google Shape;137;p2"/>
          <p:cNvGrpSpPr/>
          <p:nvPr/>
        </p:nvGrpSpPr>
        <p:grpSpPr>
          <a:xfrm>
            <a:off x="895617" y="361989"/>
            <a:ext cx="11280076" cy="1606245"/>
            <a:chOff x="0" y="-400050"/>
            <a:chExt cx="15040101" cy="2141659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5040101" cy="1741609"/>
            </a:xfrm>
            <a:custGeom>
              <a:rect b="b" l="l" r="r" t="t"/>
              <a:pathLst>
                <a:path extrusionOk="0" h="1741609" w="15040101">
                  <a:moveTo>
                    <a:pt x="0" y="0"/>
                  </a:moveTo>
                  <a:lnTo>
                    <a:pt x="15040101" y="0"/>
                  </a:lnTo>
                  <a:lnTo>
                    <a:pt x="15040101" y="1741609"/>
                  </a:lnTo>
                  <a:lnTo>
                    <a:pt x="0" y="1741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9" name="Google Shape;139;p2"/>
            <p:cNvSpPr txBox="1"/>
            <p:nvPr/>
          </p:nvSpPr>
          <p:spPr>
            <a:xfrm>
              <a:off x="0" y="-400050"/>
              <a:ext cx="15040100" cy="2141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8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37" u="none" cap="none" strike="noStrike">
                  <a:solidFill>
                    <a:srgbClr val="D6801C"/>
                  </a:solidFill>
                  <a:latin typeface="Poppins"/>
                  <a:ea typeface="Poppins"/>
                  <a:cs typeface="Poppins"/>
                  <a:sym typeface="Poppins"/>
                </a:rPr>
                <a:t>Project Title</a:t>
              </a:r>
              <a:endParaRPr/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5238526" y="2502694"/>
            <a:ext cx="1014889" cy="1234917"/>
          </a:xfrm>
          <a:custGeom>
            <a:rect b="b" l="l" r="r" t="t"/>
            <a:pathLst>
              <a:path extrusionOk="0" h="1646555" w="1353185">
                <a:moveTo>
                  <a:pt x="0" y="0"/>
                </a:moveTo>
                <a:lnTo>
                  <a:pt x="1353185" y="0"/>
                </a:lnTo>
                <a:lnTo>
                  <a:pt x="1353185" y="1646555"/>
                </a:lnTo>
                <a:lnTo>
                  <a:pt x="0" y="1646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5" r="-3" t="0"/>
            </a:stretch>
          </a:blipFill>
          <a:ln>
            <a:noFill/>
          </a:ln>
        </p:spPr>
      </p:sp>
      <p:sp>
        <p:nvSpPr>
          <p:cNvPr id="141" name="Google Shape;141;p2"/>
          <p:cNvSpPr/>
          <p:nvPr/>
        </p:nvSpPr>
        <p:spPr>
          <a:xfrm>
            <a:off x="5352829" y="6259903"/>
            <a:ext cx="786289" cy="1000982"/>
          </a:xfrm>
          <a:custGeom>
            <a:rect b="b" l="l" r="r" t="t"/>
            <a:pathLst>
              <a:path extrusionOk="0" h="1334643" w="1048385">
                <a:moveTo>
                  <a:pt x="0" y="0"/>
                </a:moveTo>
                <a:lnTo>
                  <a:pt x="1048385" y="0"/>
                </a:lnTo>
                <a:lnTo>
                  <a:pt x="1048385" y="1334643"/>
                </a:lnTo>
                <a:lnTo>
                  <a:pt x="0" y="1334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" l="-15" r="-12" t="0"/>
            </a:stretch>
          </a:blipFill>
          <a:ln>
            <a:noFill/>
          </a:ln>
        </p:spPr>
      </p:sp>
      <p:grpSp>
        <p:nvGrpSpPr>
          <p:cNvPr id="142" name="Google Shape;142;p2"/>
          <p:cNvGrpSpPr/>
          <p:nvPr/>
        </p:nvGrpSpPr>
        <p:grpSpPr>
          <a:xfrm>
            <a:off x="7045361" y="2381701"/>
            <a:ext cx="4436017" cy="1195327"/>
            <a:chOff x="0" y="-295275"/>
            <a:chExt cx="5914689" cy="1593770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5914689" cy="1298495"/>
            </a:xfrm>
            <a:custGeom>
              <a:rect b="b" l="l" r="r" t="t"/>
              <a:pathLst>
                <a:path extrusionOk="0" h="1298495" w="5914689">
                  <a:moveTo>
                    <a:pt x="0" y="0"/>
                  </a:moveTo>
                  <a:lnTo>
                    <a:pt x="5914689" y="0"/>
                  </a:lnTo>
                  <a:lnTo>
                    <a:pt x="5914689" y="1298495"/>
                  </a:lnTo>
                  <a:lnTo>
                    <a:pt x="0" y="1298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4" name="Google Shape;144;p2"/>
            <p:cNvSpPr txBox="1"/>
            <p:nvPr/>
          </p:nvSpPr>
          <p:spPr>
            <a:xfrm>
              <a:off x="0" y="-295275"/>
              <a:ext cx="5914689" cy="1593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67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55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Our Vision</a:t>
              </a:r>
              <a:endParaRPr/>
            </a:p>
          </p:txBody>
        </p:sp>
      </p:grpSp>
      <p:grpSp>
        <p:nvGrpSpPr>
          <p:cNvPr id="145" name="Google Shape;145;p2"/>
          <p:cNvGrpSpPr/>
          <p:nvPr/>
        </p:nvGrpSpPr>
        <p:grpSpPr>
          <a:xfrm>
            <a:off x="7045361" y="5975825"/>
            <a:ext cx="4436017" cy="1195327"/>
            <a:chOff x="0" y="-295275"/>
            <a:chExt cx="5914689" cy="1593770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5914689" cy="1298495"/>
            </a:xfrm>
            <a:custGeom>
              <a:rect b="b" l="l" r="r" t="t"/>
              <a:pathLst>
                <a:path extrusionOk="0" h="1298495" w="5914689">
                  <a:moveTo>
                    <a:pt x="0" y="0"/>
                  </a:moveTo>
                  <a:lnTo>
                    <a:pt x="5914689" y="0"/>
                  </a:lnTo>
                  <a:lnTo>
                    <a:pt x="5914689" y="1298495"/>
                  </a:lnTo>
                  <a:lnTo>
                    <a:pt x="0" y="1298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295275"/>
              <a:ext cx="5914689" cy="1593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67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55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Our Mission</a:t>
              </a:r>
              <a:endParaRPr/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1430000" y="6624686"/>
            <a:ext cx="5829302" cy="2483919"/>
            <a:chOff x="0" y="-104775"/>
            <a:chExt cx="7772402" cy="3311892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772402" cy="3207117"/>
            </a:xfrm>
            <a:custGeom>
              <a:rect b="b" l="l" r="r" t="t"/>
              <a:pathLst>
                <a:path extrusionOk="0" h="3207117" w="7772402">
                  <a:moveTo>
                    <a:pt x="0" y="0"/>
                  </a:moveTo>
                  <a:lnTo>
                    <a:pt x="7772402" y="0"/>
                  </a:lnTo>
                  <a:lnTo>
                    <a:pt x="7772402" y="3207117"/>
                  </a:lnTo>
                  <a:lnTo>
                    <a:pt x="0" y="3207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0" y="-104775"/>
              <a:ext cx="7772401" cy="3311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Students Name:</a:t>
              </a:r>
              <a:endParaRPr/>
            </a:p>
            <a:p>
              <a:pPr indent="0" lvl="0" marL="0" marR="0" rtl="0" algn="l">
                <a:lnSpc>
                  <a:spcPct val="123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 1 Name</a:t>
              </a:r>
              <a:endParaRPr/>
            </a:p>
            <a:p>
              <a:pPr indent="0" lvl="0" marL="0" marR="0" rtl="0" algn="l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 2 Name</a:t>
              </a:r>
              <a:endParaRPr/>
            </a:p>
            <a:p>
              <a:pPr indent="0" lvl="0" marL="0" marR="0" rtl="0" algn="l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 3 Name</a:t>
              </a:r>
              <a:endParaRPr/>
            </a:p>
            <a:p>
              <a:pPr indent="0" lvl="0" marL="0" marR="0" rtl="0" algn="l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 4 Name</a:t>
              </a:r>
              <a:endParaRPr/>
            </a:p>
            <a:p>
              <a:pPr indent="0" lvl="0" marL="0" marR="0" rtl="0" algn="l">
                <a:lnSpc>
                  <a:spcPct val="123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1835684" y="8087997"/>
            <a:ext cx="4031716" cy="1117327"/>
            <a:chOff x="0" y="-104775"/>
            <a:chExt cx="5375621" cy="148977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5375621" cy="1384995"/>
            </a:xfrm>
            <a:custGeom>
              <a:rect b="b" l="l" r="r" t="t"/>
              <a:pathLst>
                <a:path extrusionOk="0" h="1384995" w="5375621">
                  <a:moveTo>
                    <a:pt x="0" y="0"/>
                  </a:moveTo>
                  <a:lnTo>
                    <a:pt x="5375621" y="0"/>
                  </a:lnTo>
                  <a:lnTo>
                    <a:pt x="5375621" y="1384995"/>
                  </a:lnTo>
                  <a:lnTo>
                    <a:pt x="0" y="13849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0" y="-104775"/>
              <a:ext cx="5375621" cy="1489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Guide:</a:t>
              </a:r>
              <a:endParaRPr/>
            </a:p>
            <a:p>
              <a:pPr indent="0" lvl="0" marL="0" marR="0" rtl="0" algn="ctr">
                <a:lnSpc>
                  <a:spcPct val="167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(Name of guide)</a:t>
              </a:r>
              <a:endParaRPr/>
            </a:p>
            <a:p>
              <a:pPr indent="0" lvl="0" marL="0" marR="0" rtl="0" algn="ctr">
                <a:lnSpc>
                  <a:spcPct val="123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163" name="Google Shape;163;p3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164" name="Google Shape;164;p3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3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sp>
        <p:nvSpPr>
          <p:cNvPr id="166" name="Google Shape;166;p3"/>
          <p:cNvSpPr/>
          <p:nvPr/>
        </p:nvSpPr>
        <p:spPr>
          <a:xfrm>
            <a:off x="4425786" y="6072634"/>
            <a:ext cx="786289" cy="1000982"/>
          </a:xfrm>
          <a:custGeom>
            <a:rect b="b" l="l" r="r" t="t"/>
            <a:pathLst>
              <a:path extrusionOk="0" h="1334643" w="1048385">
                <a:moveTo>
                  <a:pt x="0" y="0"/>
                </a:moveTo>
                <a:lnTo>
                  <a:pt x="1048385" y="0"/>
                </a:lnTo>
                <a:lnTo>
                  <a:pt x="1048385" y="1334643"/>
                </a:lnTo>
                <a:lnTo>
                  <a:pt x="0" y="1334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" l="-15" r="-12" t="0"/>
            </a:stretch>
          </a:blipFill>
          <a:ln>
            <a:noFill/>
          </a:ln>
        </p:spPr>
      </p:sp>
      <p:grpSp>
        <p:nvGrpSpPr>
          <p:cNvPr id="167" name="Google Shape;167;p3"/>
          <p:cNvGrpSpPr/>
          <p:nvPr/>
        </p:nvGrpSpPr>
        <p:grpSpPr>
          <a:xfrm>
            <a:off x="7171406" y="519112"/>
            <a:ext cx="3945188" cy="1606245"/>
            <a:chOff x="0" y="-400050"/>
            <a:chExt cx="5260251" cy="2141659"/>
          </a:xfrm>
        </p:grpSpPr>
        <p:sp>
          <p:nvSpPr>
            <p:cNvPr id="168" name="Google Shape;168;p3"/>
            <p:cNvSpPr/>
            <p:nvPr/>
          </p:nvSpPr>
          <p:spPr>
            <a:xfrm>
              <a:off x="0" y="0"/>
              <a:ext cx="5260251" cy="1741609"/>
            </a:xfrm>
            <a:custGeom>
              <a:rect b="b" l="l" r="r" t="t"/>
              <a:pathLst>
                <a:path extrusionOk="0" h="1741609" w="5260251">
                  <a:moveTo>
                    <a:pt x="0" y="0"/>
                  </a:moveTo>
                  <a:lnTo>
                    <a:pt x="5260251" y="0"/>
                  </a:lnTo>
                  <a:lnTo>
                    <a:pt x="5260251" y="1741609"/>
                  </a:lnTo>
                  <a:lnTo>
                    <a:pt x="0" y="1741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9" name="Google Shape;169;p3"/>
            <p:cNvSpPr txBox="1"/>
            <p:nvPr/>
          </p:nvSpPr>
          <p:spPr>
            <a:xfrm>
              <a:off x="0" y="-400050"/>
              <a:ext cx="5260251" cy="2141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8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37" u="none" cap="none" strike="noStrike">
                  <a:solidFill>
                    <a:srgbClr val="D6801C"/>
                  </a:solidFill>
                  <a:latin typeface="Poppins"/>
                  <a:ea typeface="Poppins"/>
                  <a:cs typeface="Poppins"/>
                  <a:sym typeface="Poppins"/>
                </a:rPr>
                <a:t>Content</a:t>
              </a:r>
              <a:endParaRPr/>
            </a:p>
          </p:txBody>
        </p:sp>
      </p:grpSp>
      <p:grpSp>
        <p:nvGrpSpPr>
          <p:cNvPr id="170" name="Google Shape;170;p3"/>
          <p:cNvGrpSpPr/>
          <p:nvPr/>
        </p:nvGrpSpPr>
        <p:grpSpPr>
          <a:xfrm>
            <a:off x="6118318" y="5867137"/>
            <a:ext cx="4436017" cy="2092127"/>
            <a:chOff x="0" y="-190500"/>
            <a:chExt cx="5914689" cy="2789503"/>
          </a:xfrm>
        </p:grpSpPr>
        <p:sp>
          <p:nvSpPr>
            <p:cNvPr id="171" name="Google Shape;171;p3"/>
            <p:cNvSpPr/>
            <p:nvPr/>
          </p:nvSpPr>
          <p:spPr>
            <a:xfrm>
              <a:off x="0" y="0"/>
              <a:ext cx="5914689" cy="2599003"/>
            </a:xfrm>
            <a:custGeom>
              <a:rect b="b" l="l" r="r" t="t"/>
              <a:pathLst>
                <a:path extrusionOk="0" h="2599003" w="5914689">
                  <a:moveTo>
                    <a:pt x="0" y="0"/>
                  </a:moveTo>
                  <a:lnTo>
                    <a:pt x="5914689" y="0"/>
                  </a:lnTo>
                  <a:lnTo>
                    <a:pt x="5914689" y="2599003"/>
                  </a:lnTo>
                  <a:lnTo>
                    <a:pt x="0" y="2599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2" name="Google Shape;172;p3"/>
            <p:cNvSpPr txBox="1"/>
            <p:nvPr/>
          </p:nvSpPr>
          <p:spPr>
            <a:xfrm>
              <a:off x="0" y="-190500"/>
              <a:ext cx="5914689" cy="2789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7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Our Mission</a:t>
              </a:r>
              <a:endParaRPr/>
            </a:p>
          </p:txBody>
        </p:sp>
      </p:grpSp>
      <p:grpSp>
        <p:nvGrpSpPr>
          <p:cNvPr id="173" name="Google Shape;173;p3"/>
          <p:cNvGrpSpPr/>
          <p:nvPr/>
        </p:nvGrpSpPr>
        <p:grpSpPr>
          <a:xfrm>
            <a:off x="3048000" y="2709862"/>
            <a:ext cx="6400758" cy="571575"/>
            <a:chOff x="0" y="-95250"/>
            <a:chExt cx="8534344" cy="762099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534344" cy="666849"/>
            </a:xfrm>
            <a:custGeom>
              <a:rect b="b" l="l" r="r" t="t"/>
              <a:pathLst>
                <a:path extrusionOk="0" h="666849" w="8534344">
                  <a:moveTo>
                    <a:pt x="0" y="0"/>
                  </a:moveTo>
                  <a:lnTo>
                    <a:pt x="8534344" y="0"/>
                  </a:lnTo>
                  <a:lnTo>
                    <a:pt x="8534344" y="666849"/>
                  </a:lnTo>
                  <a:lnTo>
                    <a:pt x="0" y="666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5" name="Google Shape;175;p3"/>
            <p:cNvSpPr txBox="1"/>
            <p:nvPr/>
          </p:nvSpPr>
          <p:spPr>
            <a:xfrm>
              <a:off x="0" y="-95250"/>
              <a:ext cx="8534344" cy="7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/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3048000" y="5419106"/>
            <a:ext cx="6717038" cy="571575"/>
            <a:chOff x="0" y="-95250"/>
            <a:chExt cx="8956051" cy="762099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956051" cy="666849"/>
            </a:xfrm>
            <a:custGeom>
              <a:rect b="b" l="l" r="r" t="t"/>
              <a:pathLst>
                <a:path extrusionOk="0" h="666849" w="8956051">
                  <a:moveTo>
                    <a:pt x="0" y="0"/>
                  </a:moveTo>
                  <a:lnTo>
                    <a:pt x="8956051" y="0"/>
                  </a:lnTo>
                  <a:lnTo>
                    <a:pt x="8956051" y="666849"/>
                  </a:lnTo>
                  <a:lnTo>
                    <a:pt x="0" y="666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8" name="Google Shape;178;p3"/>
            <p:cNvSpPr txBox="1"/>
            <p:nvPr/>
          </p:nvSpPr>
          <p:spPr>
            <a:xfrm>
              <a:off x="0" y="-95250"/>
              <a:ext cx="8956051" cy="7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Methodology</a:t>
              </a:r>
              <a:endParaRPr/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3048000" y="4501398"/>
            <a:ext cx="6400758" cy="571575"/>
            <a:chOff x="0" y="-95250"/>
            <a:chExt cx="8534344" cy="762099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534344" cy="666849"/>
            </a:xfrm>
            <a:custGeom>
              <a:rect b="b" l="l" r="r" t="t"/>
              <a:pathLst>
                <a:path extrusionOk="0" h="666849" w="8534344">
                  <a:moveTo>
                    <a:pt x="0" y="0"/>
                  </a:moveTo>
                  <a:lnTo>
                    <a:pt x="8534344" y="0"/>
                  </a:lnTo>
                  <a:lnTo>
                    <a:pt x="8534344" y="666849"/>
                  </a:lnTo>
                  <a:lnTo>
                    <a:pt x="0" y="666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1" name="Google Shape;181;p3"/>
            <p:cNvSpPr txBox="1"/>
            <p:nvPr/>
          </p:nvSpPr>
          <p:spPr>
            <a:xfrm>
              <a:off x="0" y="-95250"/>
              <a:ext cx="8534344" cy="7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project objectives</a:t>
              </a:r>
              <a:endParaRPr/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3048000" y="6292934"/>
            <a:ext cx="13335000" cy="571575"/>
            <a:chOff x="0" y="-95250"/>
            <a:chExt cx="17780000" cy="762099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17780000" cy="666849"/>
            </a:xfrm>
            <a:custGeom>
              <a:rect b="b" l="l" r="r" t="t"/>
              <a:pathLst>
                <a:path extrusionOk="0" h="666849" w="17780000">
                  <a:moveTo>
                    <a:pt x="0" y="0"/>
                  </a:moveTo>
                  <a:lnTo>
                    <a:pt x="17780000" y="0"/>
                  </a:lnTo>
                  <a:lnTo>
                    <a:pt x="17780000" y="666849"/>
                  </a:lnTo>
                  <a:lnTo>
                    <a:pt x="0" y="666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4" name="Google Shape;184;p3"/>
            <p:cNvSpPr txBox="1"/>
            <p:nvPr/>
          </p:nvSpPr>
          <p:spPr>
            <a:xfrm>
              <a:off x="0" y="-95250"/>
              <a:ext cx="17780000" cy="7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Block Diagram &amp; Implementation Details</a:t>
              </a: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3048000" y="7237353"/>
            <a:ext cx="6717038" cy="571575"/>
            <a:chOff x="0" y="-95250"/>
            <a:chExt cx="8956051" cy="762099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956051" cy="666849"/>
            </a:xfrm>
            <a:custGeom>
              <a:rect b="b" l="l" r="r" t="t"/>
              <a:pathLst>
                <a:path extrusionOk="0" h="666849" w="8956051">
                  <a:moveTo>
                    <a:pt x="0" y="0"/>
                  </a:moveTo>
                  <a:lnTo>
                    <a:pt x="8956051" y="0"/>
                  </a:lnTo>
                  <a:lnTo>
                    <a:pt x="8956051" y="666849"/>
                  </a:lnTo>
                  <a:lnTo>
                    <a:pt x="0" y="666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7" name="Google Shape;187;p3"/>
            <p:cNvSpPr txBox="1"/>
            <p:nvPr/>
          </p:nvSpPr>
          <p:spPr>
            <a:xfrm>
              <a:off x="0" y="-95250"/>
              <a:ext cx="8956051" cy="7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Results &amp; Conclusion</a:t>
              </a:r>
              <a:endParaRPr/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3048000" y="8177257"/>
            <a:ext cx="6717038" cy="571575"/>
            <a:chOff x="0" y="-95250"/>
            <a:chExt cx="8956051" cy="762099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8956051" cy="666849"/>
            </a:xfrm>
            <a:custGeom>
              <a:rect b="b" l="l" r="r" t="t"/>
              <a:pathLst>
                <a:path extrusionOk="0" h="666849" w="8956051">
                  <a:moveTo>
                    <a:pt x="0" y="0"/>
                  </a:moveTo>
                  <a:lnTo>
                    <a:pt x="8956051" y="0"/>
                  </a:lnTo>
                  <a:lnTo>
                    <a:pt x="8956051" y="666849"/>
                  </a:lnTo>
                  <a:lnTo>
                    <a:pt x="0" y="666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0" name="Google Shape;190;p3"/>
            <p:cNvSpPr txBox="1"/>
            <p:nvPr/>
          </p:nvSpPr>
          <p:spPr>
            <a:xfrm>
              <a:off x="0" y="-95250"/>
              <a:ext cx="8956051" cy="7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References</a:t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3048000" y="3587783"/>
            <a:ext cx="6400758" cy="1071711"/>
            <a:chOff x="0" y="-95250"/>
            <a:chExt cx="8534344" cy="1428949"/>
          </a:xfrm>
        </p:grpSpPr>
        <p:sp>
          <p:nvSpPr>
            <p:cNvPr id="192" name="Google Shape;192;p3"/>
            <p:cNvSpPr/>
            <p:nvPr/>
          </p:nvSpPr>
          <p:spPr>
            <a:xfrm>
              <a:off x="0" y="0"/>
              <a:ext cx="8534344" cy="1333699"/>
            </a:xfrm>
            <a:custGeom>
              <a:rect b="b" l="l" r="r" t="t"/>
              <a:pathLst>
                <a:path extrusionOk="0" h="1333699" w="8534344">
                  <a:moveTo>
                    <a:pt x="0" y="0"/>
                  </a:moveTo>
                  <a:lnTo>
                    <a:pt x="8534344" y="0"/>
                  </a:lnTo>
                  <a:lnTo>
                    <a:pt x="8534344" y="1333699"/>
                  </a:lnTo>
                  <a:lnTo>
                    <a:pt x="0" y="13336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3" name="Google Shape;193;p3"/>
            <p:cNvSpPr txBox="1"/>
            <p:nvPr/>
          </p:nvSpPr>
          <p:spPr>
            <a:xfrm>
              <a:off x="0" y="-95250"/>
              <a:ext cx="8534344" cy="1428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/>
            </a:p>
            <a:p>
              <a:pPr indent="0" lvl="0" marL="0" marR="0" rtl="0" algn="l">
                <a:lnSpc>
                  <a:spcPct val="4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3"/>
          <p:cNvSpPr/>
          <p:nvPr/>
        </p:nvSpPr>
        <p:spPr>
          <a:xfrm>
            <a:off x="1219200" y="2396547"/>
            <a:ext cx="1548081" cy="6831558"/>
          </a:xfrm>
          <a:custGeom>
            <a:rect b="b" l="l" r="r" t="t"/>
            <a:pathLst>
              <a:path extrusionOk="0" h="6831558" w="1548081">
                <a:moveTo>
                  <a:pt x="0" y="0"/>
                </a:moveTo>
                <a:lnTo>
                  <a:pt x="1548081" y="0"/>
                </a:lnTo>
                <a:lnTo>
                  <a:pt x="1548081" y="6831558"/>
                </a:lnTo>
                <a:lnTo>
                  <a:pt x="0" y="6831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3"/>
          <p:cNvGrpSpPr/>
          <p:nvPr/>
        </p:nvGrpSpPr>
        <p:grpSpPr>
          <a:xfrm>
            <a:off x="1453579" y="2627914"/>
            <a:ext cx="1036035" cy="856046"/>
            <a:chOff x="0" y="-200025"/>
            <a:chExt cx="1381379" cy="1141394"/>
          </a:xfrm>
        </p:grpSpPr>
        <p:sp>
          <p:nvSpPr>
            <p:cNvPr id="196" name="Google Shape;196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197" name="Google Shape;197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grpSp>
        <p:nvGrpSpPr>
          <p:cNvPr id="198" name="Google Shape;198;p3"/>
          <p:cNvGrpSpPr/>
          <p:nvPr/>
        </p:nvGrpSpPr>
        <p:grpSpPr>
          <a:xfrm>
            <a:off x="1453579" y="3509041"/>
            <a:ext cx="1036035" cy="856046"/>
            <a:chOff x="0" y="-200025"/>
            <a:chExt cx="1381379" cy="1141394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200" name="Google Shape;200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grpSp>
        <p:nvGrpSpPr>
          <p:cNvPr id="201" name="Google Shape;201;p3"/>
          <p:cNvGrpSpPr/>
          <p:nvPr/>
        </p:nvGrpSpPr>
        <p:grpSpPr>
          <a:xfrm>
            <a:off x="1453579" y="4483062"/>
            <a:ext cx="1036035" cy="856046"/>
            <a:chOff x="0" y="-200025"/>
            <a:chExt cx="1381379" cy="1141394"/>
          </a:xfrm>
        </p:grpSpPr>
        <p:sp>
          <p:nvSpPr>
            <p:cNvPr id="202" name="Google Shape;202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203" name="Google Shape;203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grpSp>
        <p:nvGrpSpPr>
          <p:cNvPr id="204" name="Google Shape;204;p3"/>
          <p:cNvGrpSpPr/>
          <p:nvPr/>
        </p:nvGrpSpPr>
        <p:grpSpPr>
          <a:xfrm>
            <a:off x="1453579" y="5364189"/>
            <a:ext cx="1036035" cy="856046"/>
            <a:chOff x="0" y="-200025"/>
            <a:chExt cx="1381379" cy="1141394"/>
          </a:xfrm>
        </p:grpSpPr>
        <p:sp>
          <p:nvSpPr>
            <p:cNvPr id="205" name="Google Shape;205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206" name="Google Shape;206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207" name="Google Shape;207;p3"/>
          <p:cNvGrpSpPr/>
          <p:nvPr/>
        </p:nvGrpSpPr>
        <p:grpSpPr>
          <a:xfrm>
            <a:off x="1475245" y="6240074"/>
            <a:ext cx="1036035" cy="856046"/>
            <a:chOff x="0" y="-200025"/>
            <a:chExt cx="1381379" cy="1141394"/>
          </a:xfrm>
        </p:grpSpPr>
        <p:sp>
          <p:nvSpPr>
            <p:cNvPr id="208" name="Google Shape;208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209" name="Google Shape;209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/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475245" y="7158612"/>
            <a:ext cx="1036035" cy="856046"/>
            <a:chOff x="0" y="-200025"/>
            <a:chExt cx="1381379" cy="1141394"/>
          </a:xfrm>
        </p:grpSpPr>
        <p:sp>
          <p:nvSpPr>
            <p:cNvPr id="211" name="Google Shape;211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212" name="Google Shape;212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/>
            </a:p>
          </p:txBody>
        </p:sp>
      </p:grpSp>
      <p:grpSp>
        <p:nvGrpSpPr>
          <p:cNvPr id="213" name="Google Shape;213;p3"/>
          <p:cNvGrpSpPr/>
          <p:nvPr/>
        </p:nvGrpSpPr>
        <p:grpSpPr>
          <a:xfrm>
            <a:off x="1475245" y="8098516"/>
            <a:ext cx="1036035" cy="856046"/>
            <a:chOff x="0" y="-200025"/>
            <a:chExt cx="1381379" cy="1141394"/>
          </a:xfrm>
        </p:grpSpPr>
        <p:sp>
          <p:nvSpPr>
            <p:cNvPr id="214" name="Google Shape;214;p3"/>
            <p:cNvSpPr/>
            <p:nvPr/>
          </p:nvSpPr>
          <p:spPr>
            <a:xfrm>
              <a:off x="0" y="0"/>
              <a:ext cx="1381379" cy="941324"/>
            </a:xfrm>
            <a:custGeom>
              <a:rect b="b" l="l" r="r" t="t"/>
              <a:pathLst>
                <a:path extrusionOk="0" h="941324" w="1381379">
                  <a:moveTo>
                    <a:pt x="0" y="0"/>
                  </a:moveTo>
                  <a:lnTo>
                    <a:pt x="1381379" y="0"/>
                  </a:lnTo>
                  <a:lnTo>
                    <a:pt x="1381379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D6801C"/>
            </a:solidFill>
            <a:ln>
              <a:noFill/>
            </a:ln>
          </p:spPr>
        </p:sp>
        <p:sp>
          <p:nvSpPr>
            <p:cNvPr id="215" name="Google Shape;215;p3"/>
            <p:cNvSpPr txBox="1"/>
            <p:nvPr/>
          </p:nvSpPr>
          <p:spPr>
            <a:xfrm>
              <a:off x="0" y="-200025"/>
              <a:ext cx="1381321" cy="1141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225" name="Google Shape;225;p4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grpSp>
        <p:nvGrpSpPr>
          <p:cNvPr id="228" name="Google Shape;228;p4"/>
          <p:cNvGrpSpPr/>
          <p:nvPr/>
        </p:nvGrpSpPr>
        <p:grpSpPr>
          <a:xfrm>
            <a:off x="6324600" y="423862"/>
            <a:ext cx="6239795" cy="1531401"/>
            <a:chOff x="0" y="-400050"/>
            <a:chExt cx="8319726" cy="2041867"/>
          </a:xfrm>
        </p:grpSpPr>
        <p:sp>
          <p:nvSpPr>
            <p:cNvPr id="229" name="Google Shape;229;p4"/>
            <p:cNvSpPr/>
            <p:nvPr/>
          </p:nvSpPr>
          <p:spPr>
            <a:xfrm>
              <a:off x="0" y="0"/>
              <a:ext cx="8319726" cy="1641817"/>
            </a:xfrm>
            <a:custGeom>
              <a:rect b="b" l="l" r="r" t="t"/>
              <a:pathLst>
                <a:path extrusionOk="0" h="1641817" w="8319726">
                  <a:moveTo>
                    <a:pt x="0" y="0"/>
                  </a:moveTo>
                  <a:lnTo>
                    <a:pt x="8319726" y="0"/>
                  </a:lnTo>
                  <a:lnTo>
                    <a:pt x="8319726" y="1641817"/>
                  </a:lnTo>
                  <a:lnTo>
                    <a:pt x="0" y="16418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0" name="Google Shape;230;p4"/>
            <p:cNvSpPr txBox="1"/>
            <p:nvPr/>
          </p:nvSpPr>
          <p:spPr>
            <a:xfrm>
              <a:off x="0" y="-400050"/>
              <a:ext cx="8319725" cy="2041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37" u="none" cap="none" strike="noStrike">
                  <a:solidFill>
                    <a:srgbClr val="D6801C"/>
                  </a:solidFill>
                  <a:latin typeface="Poppins"/>
                  <a:ea typeface="Poppins"/>
                  <a:cs typeface="Poppins"/>
                  <a:sym typeface="Poppins"/>
                </a:rPr>
                <a:t>Introduction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240" name="Google Shape;240;p5"/>
          <p:cNvGrpSpPr/>
          <p:nvPr/>
        </p:nvGrpSpPr>
        <p:grpSpPr>
          <a:xfrm>
            <a:off x="15634541" y="9590126"/>
            <a:ext cx="2385268" cy="1174760"/>
            <a:chOff x="0" y="-133350"/>
            <a:chExt cx="3180357" cy="1566348"/>
          </a:xfrm>
        </p:grpSpPr>
        <p:sp>
          <p:nvSpPr>
            <p:cNvPr id="241" name="Google Shape;241;p5"/>
            <p:cNvSpPr/>
            <p:nvPr/>
          </p:nvSpPr>
          <p:spPr>
            <a:xfrm>
              <a:off x="0" y="0"/>
              <a:ext cx="3180357" cy="1432998"/>
            </a:xfrm>
            <a:custGeom>
              <a:rect b="b" l="l" r="r" t="t"/>
              <a:pathLst>
                <a:path extrusionOk="0" h="14329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1432998"/>
                  </a:lnTo>
                  <a:lnTo>
                    <a:pt x="0" y="143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2" name="Google Shape;242;p5"/>
            <p:cNvSpPr txBox="1"/>
            <p:nvPr/>
          </p:nvSpPr>
          <p:spPr>
            <a:xfrm>
              <a:off x="0" y="-133350"/>
              <a:ext cx="3180357" cy="1566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grpSp>
        <p:nvGrpSpPr>
          <p:cNvPr id="243" name="Google Shape;243;p5"/>
          <p:cNvGrpSpPr/>
          <p:nvPr/>
        </p:nvGrpSpPr>
        <p:grpSpPr>
          <a:xfrm>
            <a:off x="4876800" y="500062"/>
            <a:ext cx="8763000" cy="1531401"/>
            <a:chOff x="0" y="-400050"/>
            <a:chExt cx="11684000" cy="2041867"/>
          </a:xfrm>
        </p:grpSpPr>
        <p:sp>
          <p:nvSpPr>
            <p:cNvPr id="244" name="Google Shape;244;p5"/>
            <p:cNvSpPr/>
            <p:nvPr/>
          </p:nvSpPr>
          <p:spPr>
            <a:xfrm>
              <a:off x="0" y="0"/>
              <a:ext cx="11684000" cy="1641817"/>
            </a:xfrm>
            <a:custGeom>
              <a:rect b="b" l="l" r="r" t="t"/>
              <a:pathLst>
                <a:path extrusionOk="0" h="1641817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641817"/>
                  </a:lnTo>
                  <a:lnTo>
                    <a:pt x="0" y="16418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5" name="Google Shape;245;p5"/>
            <p:cNvSpPr txBox="1"/>
            <p:nvPr/>
          </p:nvSpPr>
          <p:spPr>
            <a:xfrm>
              <a:off x="0" y="-400050"/>
              <a:ext cx="11684000" cy="2041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8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37" u="none" cap="none" strike="noStrike">
                  <a:solidFill>
                    <a:srgbClr val="D6801C"/>
                  </a:solidFill>
                  <a:latin typeface="Poppins"/>
                  <a:ea typeface="Poppins"/>
                  <a:cs typeface="Poppins"/>
                  <a:sym typeface="Poppins"/>
                </a:rPr>
                <a:t>Idea of the Project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255" name="Google Shape;255;p6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256" name="Google Shape;256;p6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7" name="Google Shape;257;p6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  <p:grpSp>
        <p:nvGrpSpPr>
          <p:cNvPr id="258" name="Google Shape;258;p6"/>
          <p:cNvGrpSpPr/>
          <p:nvPr/>
        </p:nvGrpSpPr>
        <p:grpSpPr>
          <a:xfrm>
            <a:off x="7171406" y="519112"/>
            <a:ext cx="3945188" cy="1606245"/>
            <a:chOff x="0" y="-400050"/>
            <a:chExt cx="5260251" cy="2141659"/>
          </a:xfrm>
        </p:grpSpPr>
        <p:sp>
          <p:nvSpPr>
            <p:cNvPr id="259" name="Google Shape;259;p6"/>
            <p:cNvSpPr/>
            <p:nvPr/>
          </p:nvSpPr>
          <p:spPr>
            <a:xfrm>
              <a:off x="0" y="0"/>
              <a:ext cx="5260251" cy="1741609"/>
            </a:xfrm>
            <a:custGeom>
              <a:rect b="b" l="l" r="r" t="t"/>
              <a:pathLst>
                <a:path extrusionOk="0" h="1741609" w="5260251">
                  <a:moveTo>
                    <a:pt x="0" y="0"/>
                  </a:moveTo>
                  <a:lnTo>
                    <a:pt x="5260251" y="0"/>
                  </a:lnTo>
                  <a:lnTo>
                    <a:pt x="5260251" y="1741609"/>
                  </a:lnTo>
                  <a:lnTo>
                    <a:pt x="0" y="1741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0" name="Google Shape;260;p6"/>
            <p:cNvSpPr txBox="1"/>
            <p:nvPr/>
          </p:nvSpPr>
          <p:spPr>
            <a:xfrm>
              <a:off x="0" y="-400050"/>
              <a:ext cx="5260251" cy="2141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8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37" u="none" cap="none" strike="noStrike">
                  <a:solidFill>
                    <a:srgbClr val="D6801C"/>
                  </a:solidFill>
                  <a:latin typeface="Poppins"/>
                  <a:ea typeface="Poppins"/>
                  <a:cs typeface="Poppins"/>
                  <a:sym typeface="Poppins"/>
                </a:rPr>
                <a:t>Content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270" name="Google Shape;270;p7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282" name="Google Shape;282;p8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283" name="Google Shape;283;p8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8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294" name="Google Shape;294;p9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295" name="Google Shape;295;p9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6" name="Google Shape;296;p9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/>
          <p:nvPr/>
        </p:nvSpPr>
        <p:spPr>
          <a:xfrm>
            <a:off x="0" y="117065"/>
            <a:ext cx="3886200" cy="906685"/>
          </a:xfrm>
          <a:custGeom>
            <a:rect b="b" l="l" r="r" t="t"/>
            <a:pathLst>
              <a:path extrusionOk="0" h="1208913" w="5181600">
                <a:moveTo>
                  <a:pt x="0" y="0"/>
                </a:moveTo>
                <a:lnTo>
                  <a:pt x="5181600" y="0"/>
                </a:lnTo>
                <a:lnTo>
                  <a:pt x="5181600" y="1208913"/>
                </a:lnTo>
                <a:lnTo>
                  <a:pt x="0" y="1208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4"/>
            </a:stretch>
          </a:blipFill>
          <a:ln>
            <a:noFill/>
          </a:ln>
        </p:spPr>
      </p:sp>
      <p:grpSp>
        <p:nvGrpSpPr>
          <p:cNvPr id="306" name="Google Shape;306;p10"/>
          <p:cNvGrpSpPr/>
          <p:nvPr/>
        </p:nvGrpSpPr>
        <p:grpSpPr>
          <a:xfrm>
            <a:off x="15634541" y="9590126"/>
            <a:ext cx="2385268" cy="679460"/>
            <a:chOff x="0" y="-133350"/>
            <a:chExt cx="3180357" cy="905948"/>
          </a:xfrm>
        </p:grpSpPr>
        <p:sp>
          <p:nvSpPr>
            <p:cNvPr id="307" name="Google Shape;307;p10"/>
            <p:cNvSpPr/>
            <p:nvPr/>
          </p:nvSpPr>
          <p:spPr>
            <a:xfrm>
              <a:off x="0" y="0"/>
              <a:ext cx="3180357" cy="772598"/>
            </a:xfrm>
            <a:custGeom>
              <a:rect b="b" l="l" r="r" t="t"/>
              <a:pathLst>
                <a:path extrusionOk="0" h="772598" w="3180357">
                  <a:moveTo>
                    <a:pt x="0" y="0"/>
                  </a:moveTo>
                  <a:lnTo>
                    <a:pt x="3180357" y="0"/>
                  </a:lnTo>
                  <a:lnTo>
                    <a:pt x="3180357" y="772598"/>
                  </a:lnTo>
                  <a:lnTo>
                    <a:pt x="0" y="772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8" name="Google Shape;308;p10"/>
            <p:cNvSpPr txBox="1"/>
            <p:nvPr/>
          </p:nvSpPr>
          <p:spPr>
            <a:xfrm>
              <a:off x="0" y="-133350"/>
              <a:ext cx="3180357" cy="90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53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TechnoPHILIA’25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